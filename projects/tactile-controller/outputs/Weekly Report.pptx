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ead78f470f4ab6" /><Relationship Type="http://schemas.openxmlformats.org/officeDocument/2006/relationships/extended-properties" Target="/docProps/app.xml" Id="R13609da2099e40f7" /><Relationship Type="http://schemas.openxmlformats.org/officeDocument/2006/relationships/officeDocument" Target="/ppt/presentation.xml" Id="Rca1df433651342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58dc38b0c649ae"/>
  </p:sldMasterIdLst>
  <p:notesMasterIdLst>
    <p:notesMasterId xmlns:r="http://schemas.openxmlformats.org/officeDocument/2006/relationships" r:id="R690720e30fe24296"/>
  </p:notesMasterIdLst>
  <p:sldIdLst>
    <p:sldId xmlns:r="http://schemas.openxmlformats.org/officeDocument/2006/relationships" id="256" r:id="Rcd073e2a55a2457e"/>
    <p:sldId xmlns:r="http://schemas.openxmlformats.org/officeDocument/2006/relationships" id="257" r:id="R4cabdaa3f54b4b06"/>
    <p:sldId xmlns:r="http://schemas.openxmlformats.org/officeDocument/2006/relationships" id="258" r:id="R22e5883ae7664d91"/>
    <p:sldId xmlns:r="http://schemas.openxmlformats.org/officeDocument/2006/relationships" id="259" r:id="R1ffbe7fc1de841d6"/>
    <p:sldId xmlns:r="http://schemas.openxmlformats.org/officeDocument/2006/relationships" id="260" r:id="R93ff17e865e34cdf"/>
    <p:sldId xmlns:r="http://schemas.openxmlformats.org/officeDocument/2006/relationships" id="261" r:id="Ra08ab98103444802"/>
    <p:sldId xmlns:r="http://schemas.openxmlformats.org/officeDocument/2006/relationships" id="262" r:id="R6bc5aaa2517e4a75"/>
    <p:sldId xmlns:r="http://schemas.openxmlformats.org/officeDocument/2006/relationships" id="263" r:id="Rc91d69a0225743d2"/>
    <p:sldId xmlns:r="http://schemas.openxmlformats.org/officeDocument/2006/relationships" id="264" r:id="R802456630bff44de"/>
    <p:sldId xmlns:r="http://schemas.openxmlformats.org/officeDocument/2006/relationships" id="265" r:id="R8021977853d2428c"/>
    <p:sldId xmlns:r="http://schemas.openxmlformats.org/officeDocument/2006/relationships" id="266" r:id="R87e260c56bb841ff"/>
    <p:sldId xmlns:r="http://schemas.openxmlformats.org/officeDocument/2006/relationships" id="267" r:id="R300f72e09e974624"/>
    <p:sldId xmlns:r="http://schemas.openxmlformats.org/officeDocument/2006/relationships" id="268" r:id="Refcb641f2dc04b92"/>
    <p:sldId xmlns:r="http://schemas.openxmlformats.org/officeDocument/2006/relationships" id="269" r:id="Ra11d8cd7d1f74d9d"/>
    <p:sldId xmlns:r="http://schemas.openxmlformats.org/officeDocument/2006/relationships" id="270" r:id="R719da498c88f40b5"/>
    <p:sldId xmlns:r="http://schemas.openxmlformats.org/officeDocument/2006/relationships" id="271" r:id="R14232397bd884402"/>
    <p:sldId xmlns:r="http://schemas.openxmlformats.org/officeDocument/2006/relationships" id="272" r:id="R6e920201460f4f93"/>
    <p:sldId xmlns:r="http://schemas.openxmlformats.org/officeDocument/2006/relationships" id="273" r:id="R5a35e95213a84d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458f2cc4a44936" /><Relationship Type="http://schemas.openxmlformats.org/officeDocument/2006/relationships/slideMaster" Target="/ppt/slideMasters/slideMaster1.xml" Id="R9d58dc38b0c649ae" /><Relationship Type="http://schemas.openxmlformats.org/officeDocument/2006/relationships/notesMaster" Target="/ppt/notesMasters/notesMaster1.xml" Id="R690720e30fe24296" /><Relationship Type="http://schemas.openxmlformats.org/officeDocument/2006/relationships/presProps" Target="/ppt/presProps.xml" Id="Ra852a2ab5aa24e77" /><Relationship Type="http://schemas.openxmlformats.org/officeDocument/2006/relationships/tableStyles" Target="/ppt/tableStyles.xml" Id="Re08137d6ea6f48e4" /><Relationship Type="http://schemas.openxmlformats.org/officeDocument/2006/relationships/slide" Target="/ppt/slides/slide1.xml" Id="Rcd073e2a55a2457e" /><Relationship Type="http://schemas.openxmlformats.org/officeDocument/2006/relationships/slide" Target="/ppt/slides/slide2.xml" Id="R4cabdaa3f54b4b06" /><Relationship Type="http://schemas.openxmlformats.org/officeDocument/2006/relationships/slide" Target="/ppt/slides/slide3.xml" Id="R22e5883ae7664d91" /><Relationship Type="http://schemas.openxmlformats.org/officeDocument/2006/relationships/slide" Target="/ppt/slides/slide4.xml" Id="R1ffbe7fc1de841d6" /><Relationship Type="http://schemas.openxmlformats.org/officeDocument/2006/relationships/slide" Target="/ppt/slides/slide5.xml" Id="R93ff17e865e34cdf" /><Relationship Type="http://schemas.openxmlformats.org/officeDocument/2006/relationships/slide" Target="/ppt/slides/slide6.xml" Id="Ra08ab98103444802" /><Relationship Type="http://schemas.openxmlformats.org/officeDocument/2006/relationships/slide" Target="/ppt/slides/slide7.xml" Id="R6bc5aaa2517e4a75" /><Relationship Type="http://schemas.openxmlformats.org/officeDocument/2006/relationships/slide" Target="/ppt/slides/slide8.xml" Id="Rc91d69a0225743d2" /><Relationship Type="http://schemas.openxmlformats.org/officeDocument/2006/relationships/slide" Target="/ppt/slides/slide9.xml" Id="R802456630bff44de" /><Relationship Type="http://schemas.openxmlformats.org/officeDocument/2006/relationships/slide" Target="/ppt/slides/slide10.xml" Id="R8021977853d2428c" /><Relationship Type="http://schemas.openxmlformats.org/officeDocument/2006/relationships/slide" Target="/ppt/slides/slide11.xml" Id="R87e260c56bb841ff" /><Relationship Type="http://schemas.openxmlformats.org/officeDocument/2006/relationships/slide" Target="/ppt/slides/slide12.xml" Id="R300f72e09e974624" /><Relationship Type="http://schemas.openxmlformats.org/officeDocument/2006/relationships/slide" Target="/ppt/slides/slide13.xml" Id="Refcb641f2dc04b92" /><Relationship Type="http://schemas.openxmlformats.org/officeDocument/2006/relationships/slide" Target="/ppt/slides/slide14.xml" Id="Ra11d8cd7d1f74d9d" /><Relationship Type="http://schemas.openxmlformats.org/officeDocument/2006/relationships/slide" Target="/ppt/slides/slide15.xml" Id="R719da498c88f40b5" /><Relationship Type="http://schemas.openxmlformats.org/officeDocument/2006/relationships/slide" Target="/ppt/slides/slide16.xml" Id="R14232397bd884402" /><Relationship Type="http://schemas.openxmlformats.org/officeDocument/2006/relationships/slide" Target="/ppt/slides/slide17.xml" Id="R6e920201460f4f93" /><Relationship Type="http://schemas.openxmlformats.org/officeDocument/2006/relationships/slide" Target="/ppt/slides/slide18.xml" Id="R5a35e95213a8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30358c5684f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9a8d3e0ab04b9c" /><Relationship Type="http://schemas.openxmlformats.org/officeDocument/2006/relationships/notesMaster" Target="/ppt/notesMasters/notesMaster1.xml" Id="R77f6534cc69347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4bc0343134249" /><Relationship Type="http://schemas.openxmlformats.org/officeDocument/2006/relationships/notesMaster" Target="/ppt/notesMasters/notesMaster1.xml" Id="R55455d71ea1b4e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51de1846d84370" /><Relationship Type="http://schemas.openxmlformats.org/officeDocument/2006/relationships/notesMaster" Target="/ppt/notesMasters/notesMaster1.xml" Id="R65342f3cfa4a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46ee6fd8c14065" /><Relationship Type="http://schemas.openxmlformats.org/officeDocument/2006/relationships/notesMaster" Target="/ppt/notesMasters/notesMaster1.xml" Id="Rce6720c00da14f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a8fd2fffa464a" /><Relationship Type="http://schemas.openxmlformats.org/officeDocument/2006/relationships/notesMaster" Target="/ppt/notesMasters/notesMaster1.xml" Id="R8a268ab4bef749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5dc0e82bf74685" /><Relationship Type="http://schemas.openxmlformats.org/officeDocument/2006/relationships/notesMaster" Target="/ppt/notesMasters/notesMaster1.xml" Id="R7a40816b9818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0ba2615af845d5" /><Relationship Type="http://schemas.openxmlformats.org/officeDocument/2006/relationships/notesMaster" Target="/ppt/notesMasters/notesMaster1.xml" Id="Rb7c4db8f81a749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c0310c92546b1" /><Relationship Type="http://schemas.openxmlformats.org/officeDocument/2006/relationships/notesMaster" Target="/ppt/notesMasters/notesMaster1.xml" Id="R9d8194648e9c4d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b529e2f8e34e94" /><Relationship Type="http://schemas.openxmlformats.org/officeDocument/2006/relationships/notesMaster" Target="/ppt/notesMasters/notesMaster1.xml" Id="R601d02dcdcea49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731d750d604c31" /><Relationship Type="http://schemas.openxmlformats.org/officeDocument/2006/relationships/notesMaster" Target="/ppt/notesMasters/notesMaster1.xml" Id="R5c4f33baddac48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024964e3d24a50" /><Relationship Type="http://schemas.openxmlformats.org/officeDocument/2006/relationships/notesMaster" Target="/ppt/notesMasters/notesMaster1.xml" Id="R0766c93f744a4b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8bcaaec65d4193" /><Relationship Type="http://schemas.openxmlformats.org/officeDocument/2006/relationships/notesMaster" Target="/ppt/notesMasters/notesMaster1.xml" Id="R25e8799a03a04b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0070fd62d24298" /><Relationship Type="http://schemas.openxmlformats.org/officeDocument/2006/relationships/notesMaster" Target="/ppt/notesMasters/notesMaster1.xml" Id="R0e7736e4210b4c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5ddc92fef446d7" /><Relationship Type="http://schemas.openxmlformats.org/officeDocument/2006/relationships/notesMaster" Target="/ppt/notesMasters/notesMaster1.xml" Id="R17fab8ff5c204b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33fa73eb7c402d" /><Relationship Type="http://schemas.openxmlformats.org/officeDocument/2006/relationships/notesMaster" Target="/ppt/notesMasters/notesMaster1.xml" Id="R09f4b203525c43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2cb17316b242be" /><Relationship Type="http://schemas.openxmlformats.org/officeDocument/2006/relationships/notesMaster" Target="/ppt/notesMasters/notesMaster1.xml" Id="R5e43b9e3c42444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9b817ee9944e99" /><Relationship Type="http://schemas.openxmlformats.org/officeDocument/2006/relationships/notesMaster" Target="/ppt/notesMasters/notesMaster1.xml" Id="R6a293764414f4c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abd7d9d19f444d" /><Relationship Type="http://schemas.openxmlformats.org/officeDocument/2006/relationships/notesMaster" Target="/ppt/notesMasters/notesMaster1.xml" Id="R716835b5129642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Slack screenshot from Zhengyu Wu,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Slack screenshot from Zhengyu Wu,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data/foot_lip_v2/eval_report.json and generation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TensorBoard event log in /mnt/c/Users/gigabyte/Documents/ChatGPT/GT research/logs/rsl_rl/g1_decoupled_joint_foot_mimic_arm/2026-09-13_22-38-08_foot_precise_s005_500. Captured through iteration 499.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tactile_controller README reference metrics at commit 21aed05 and the completed local TensorBoard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da325963f45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f361822e844b58" /><Relationship Type="http://schemas.openxmlformats.org/officeDocument/2006/relationships/slideLayout" Target="/ppt/slideLayouts/slideLayout1.xml" Id="Ra5aa960d8d344f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aa960d8d344f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5498404f44a32" /><Relationship Type="http://schemas.openxmlformats.org/officeDocument/2006/relationships/image" Target="/ppt/media/image.png" Id="R5630183cbc234538" /><Relationship Type="http://schemas.openxmlformats.org/officeDocument/2006/relationships/notesSlide" Target="/ppt/notesSlides/notesSlide1.xml" Id="R64c48029d45447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6b0064c0f4e3c" /><Relationship Type="http://schemas.openxmlformats.org/officeDocument/2006/relationships/image" Target="/ppt/media/image2.png" Id="R3cb00a55967e49f5" /><Relationship Type="http://schemas.openxmlformats.org/officeDocument/2006/relationships/notesSlide" Target="/ppt/notesSlides/notesSlide2.xml" Id="Red767c9ce1cf45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63e4d2de6446d" /><Relationship Type="http://schemas.openxmlformats.org/officeDocument/2006/relationships/image" Target="/ppt/media/image3.png" Id="Rde07d580f10a4b1d" /><Relationship Type="http://schemas.openxmlformats.org/officeDocument/2006/relationships/image" Target="/ppt/media/image4.png" Id="Rb4ad49ae881246c2" /><Relationship Type="http://schemas.openxmlformats.org/officeDocument/2006/relationships/notesSlide" Target="/ppt/notesSlides/notesSlide3.xml" Id="Rc0b728d9e2d341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918a306af44ff" /><Relationship Type="http://schemas.openxmlformats.org/officeDocument/2006/relationships/image" Target="/ppt/media/image5.png" Id="Rbc6103601e51461c" /><Relationship Type="http://schemas.openxmlformats.org/officeDocument/2006/relationships/image" Target="/ppt/media/image6.png" Id="R42017cf37e2e413d" /><Relationship Type="http://schemas.openxmlformats.org/officeDocument/2006/relationships/notesSlide" Target="/ppt/notesSlides/notesSlide4.xml" Id="R69923409e60347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c9c65608a495c" /><Relationship Type="http://schemas.openxmlformats.org/officeDocument/2006/relationships/image" Target="/ppt/media/image7.png" Id="Rce6f2cf7c8624294" /><Relationship Type="http://schemas.openxmlformats.org/officeDocument/2006/relationships/notesSlide" Target="/ppt/notesSlides/notesSlide5.xml" Id="Rfa4adb43fa264a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22930e84d44f7" /><Relationship Type="http://schemas.openxmlformats.org/officeDocument/2006/relationships/image" Target="/ppt/media/image8.png" Id="Rdf246eb238b6440f" /><Relationship Type="http://schemas.openxmlformats.org/officeDocument/2006/relationships/image" Target="/ppt/media/image9.png" Id="R7ca21f12ad7345a9" /><Relationship Type="http://schemas.openxmlformats.org/officeDocument/2006/relationships/notesSlide" Target="/ppt/notesSlides/notesSlide6.xml" Id="R8631ea97a69f43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7d7460ba543ca" /><Relationship Type="http://schemas.openxmlformats.org/officeDocument/2006/relationships/image" Target="/ppt/media/image10.png" Id="R88dedea0b2a641ea" /><Relationship Type="http://schemas.openxmlformats.org/officeDocument/2006/relationships/notesSlide" Target="/ppt/notesSlides/notesSlide7.xml" Id="Ra9f5d7b809cd44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aee1e6c3444d6" /><Relationship Type="http://schemas.openxmlformats.org/officeDocument/2006/relationships/image" Target="/ppt/media/image11.png" Id="R55e421cd9e5f4ab2" /><Relationship Type="http://schemas.openxmlformats.org/officeDocument/2006/relationships/image" Target="/ppt/media/image12.png" Id="R216aab4c641d44a9" /><Relationship Type="http://schemas.openxmlformats.org/officeDocument/2006/relationships/notesSlide" Target="/ppt/notesSlides/notesSlide8.xml" Id="Rbe5d53cd585d4b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2c3f73e0344e8" /><Relationship Type="http://schemas.openxmlformats.org/officeDocument/2006/relationships/image" Target="/ppt/media/image13.png" Id="Rf2f5d448351b45e9" /><Relationship Type="http://schemas.openxmlformats.org/officeDocument/2006/relationships/notesSlide" Target="/ppt/notesSlides/notesSlide9.xml" Id="Rab6a1d0c38724d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441d7f2f46c1" /><Relationship Type="http://schemas.openxmlformats.org/officeDocument/2006/relationships/image" Target="/ppt/media/image14.png" Id="R7cfd9d9f83b9415b" /><Relationship Type="http://schemas.openxmlformats.org/officeDocument/2006/relationships/notesSlide" Target="/ppt/notesSlides/notesSlide10.xml" Id="R9cd639b631aa48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a442d67a04066" /><Relationship Type="http://schemas.openxmlformats.org/officeDocument/2006/relationships/image" Target="/ppt/media/image15.png" Id="Rf3bc34786bcb4373" /><Relationship Type="http://schemas.openxmlformats.org/officeDocument/2006/relationships/notesSlide" Target="/ppt/notesSlides/notesSlide11.xml" Id="Re13642933dbe46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a9d423f4f4793" /><Relationship Type="http://schemas.openxmlformats.org/officeDocument/2006/relationships/image" Target="/ppt/media/image16.png" Id="Re3e90e7a4a6b4e70" /><Relationship Type="http://schemas.openxmlformats.org/officeDocument/2006/relationships/notesSlide" Target="/ppt/notesSlides/notesSlide12.xml" Id="Rcb49b90cd14842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d562691794986" /><Relationship Type="http://schemas.openxmlformats.org/officeDocument/2006/relationships/image" Target="/ppt/media/image17.png" Id="R7643acc380cb4e5c" /><Relationship Type="http://schemas.openxmlformats.org/officeDocument/2006/relationships/chart" Target="/ppt/slides/charts/chart1.xml" Id="Rc97f1ed8d7804a9f" /><Relationship Type="http://schemas.openxmlformats.org/officeDocument/2006/relationships/notesSlide" Target="/ppt/notesSlides/notesSlide13.xml" Id="R9a707d6903f446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b5f6439ab4cb5" /><Relationship Type="http://schemas.openxmlformats.org/officeDocument/2006/relationships/image" Target="/ppt/media/image18.png" Id="Rb0ba3365e6444472" /><Relationship Type="http://schemas.openxmlformats.org/officeDocument/2006/relationships/notesSlide" Target="/ppt/notesSlides/notesSlide14.xml" Id="R87065e01529146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22c1974a0482d" /><Relationship Type="http://schemas.openxmlformats.org/officeDocument/2006/relationships/image" Target="/ppt/media/image19.png" Id="R2d526bb7c29b4d36" /><Relationship Type="http://schemas.openxmlformats.org/officeDocument/2006/relationships/notesSlide" Target="/ppt/notesSlides/notesSlide15.xml" Id="Re104ff31517948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aa18e50e74b53" /><Relationship Type="http://schemas.openxmlformats.org/officeDocument/2006/relationships/image" Target="/ppt/media/image20.png" Id="Rd881f00e8fb04740" /><Relationship Type="http://schemas.openxmlformats.org/officeDocument/2006/relationships/notesSlide" Target="/ppt/notesSlides/notesSlide16.xml" Id="R44a5843fd42a40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4d32b3cef465e" /><Relationship Type="http://schemas.openxmlformats.org/officeDocument/2006/relationships/image" Target="/ppt/media/image21.png" Id="Rdba48e009b0c4baf" /><Relationship Type="http://schemas.openxmlformats.org/officeDocument/2006/relationships/notesSlide" Target="/ppt/notesSlides/notesSlide17.xml" Id="Ra3d056cf44594d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0fc378a314aa7" /><Relationship Type="http://schemas.openxmlformats.org/officeDocument/2006/relationships/image" Target="/ppt/media/image22.png" Id="Rc7cccbf91ad74d67" /><Relationship Type="http://schemas.openxmlformats.org/officeDocument/2006/relationships/notesSlide" Target="/ppt/notesSlides/notesSlide18.xml" Id="R1c7e6b38688740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Foot error cm</c:v>
          </c:tx>
          <c:spPr>
            <a:ln xmlns:a="http://schemas.openxmlformats.org/drawingml/2006/main" w="28575">
              <a:solidFill>
                <a:srgbClr val="B39051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  <c:pt idx="4">
                  <c:v>5000</c:v>
                </c:pt>
                <c:pt idx="5">
                  <c:v>10000</c:v>
                </c:pt>
                <c:pt idx="6">
                  <c:v>20000</c:v>
                </c:pt>
                <c:pt idx="7">
                  <c:v>35500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12.7</c:v>
                </c:pt>
                <c:pt idx="1">
                  <c:v>6.4</c:v>
                </c:pt>
                <c:pt idx="2">
                  <c:v>5.4</c:v>
                </c:pt>
                <c:pt idx="3">
                  <c:v>5.8</c:v>
                </c:pt>
                <c:pt idx="4">
                  <c:v>4.4</c:v>
                </c:pt>
                <c:pt idx="5">
                  <c:v>3.5</c:v>
                </c:pt>
                <c:pt idx="6">
                  <c:v>2.7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v>Left-hand error cm</c:v>
          </c:tx>
          <c:spPr>
            <a:ln xmlns:a="http://schemas.openxmlformats.org/drawingml/2006/main" w="28575">
              <a:solidFill>
                <a:srgbClr val="048A81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  <c:pt idx="4">
                  <c:v>5000</c:v>
                </c:pt>
                <c:pt idx="5">
                  <c:v>10000</c:v>
                </c:pt>
                <c:pt idx="6">
                  <c:v>20000</c:v>
                </c:pt>
                <c:pt idx="7">
                  <c:v>35500</c:v>
                </c:pt>
              </c:numCache>
            </c:num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21.8</c:v>
                </c:pt>
                <c:pt idx="1">
                  <c:v>11</c:v>
                </c:pt>
                <c:pt idx="2">
                  <c:v>4.7</c:v>
                </c:pt>
                <c:pt idx="3">
                  <c:v>3.8</c:v>
                </c:pt>
                <c:pt idx="4">
                  <c:v>3.2</c:v>
                </c:pt>
                <c:pt idx="5">
                  <c:v>2.9</c:v>
                </c:pt>
                <c:pt idx="6">
                  <c:v>2.9</c:v>
                </c:pt>
                <c:pt idx="7">
                  <c:v>2.7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1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0183cbc234538"/>
          <a:stretch xmlns:a="http://schemas.openxmlformats.org/drawingml/2006/main"/>
        </p:blipFill>
        <p:spPr>
          <a:xfrm xmlns:a="http://schemas.openxmlformats.org/drawingml/2006/main">
            <a:off x="8239125" y="1007494"/>
            <a:ext cx="2571750" cy="255701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4821C-9A66-45ED-AB8D-3E25C20D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WEEKLY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E189B-A0C9-4AD3-99EB-C73BB6B2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Unitree G1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50371-5B4E-4A7C-99EA-F3CA81C2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9F6E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9F6E5"/>
                </a:solidFill>
                <a:latin typeface="Arial"/>
                <a:ea typeface="Arial"/>
                <a:cs typeface="Arial"/>
              </a:rPr>
              <a:t>Coordinated locomotion and manipulation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F30B3-ADB8-437D-B521-2195D40F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Evidence • Mission alignment • Problems and solutions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808E9-80D7-4433-966B-DCCBC26B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by Shih-Kai Lan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Reported to Professor Zhao and Zhengyu Wu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49898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618CA-360C-4074-9F4A-AF6484BE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EXECUTIVE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15180-4936-404B-8F74-F1F4ECB0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What is complete — and what is not yet proven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6FB60-D0AA-4118-9D3C-791541E2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00a55967e49f5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516BE-2AD3-4638-AE3F-26FFE42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F4E43-693B-4F54-ACE6-BC43C319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425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5 of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1B61-7E23-4D82-9EC9-2E94EA4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mission deliverables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2E258-BB12-457D-B3ED-A91C391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84D0B-A2BB-436D-AB3A-493005D8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Repository and README study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CUDA runtime and datasets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Controller playback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Reward implementation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Saved model_499.pt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2D9EA-F0D6-41AC-A737-C34B85C8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Pending fair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96C32-0A8D-4F94-9649-FF2C8F5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The laptop used 1,024 environments, one eighth of the requested 8,192. Equal iteration numbers are not equal training budgets.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25015-8BC5-44C7-92CC-3477DCA5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86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Evidence-first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0F2D8-F84D-4A41-9D39-2D156371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1487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Execution is verified. Higher accuracy remains an open, sample-matched experiment.</a:t>
            </a:r>
          </a:p>
        </p:txBody>
      </p:sp>
    </p:spTree>
    <p:extLst>
      <p:ext uri="{BB962C8B-B14F-4D97-AF65-F5344CB8AC3E}">
        <p14:creationId xmlns:p14="http://schemas.microsoft.com/office/powerpoint/2010/main" val="412923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511FD-5159-4F9C-82B6-C4B42D9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ORIGINAL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68BA8-A517-4173-8AB4-F6A7BC4A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Zhengyu Wu’s 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DA95F-81D1-4CD7-B8D1-9D0AAEA6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7d580f10a4b1d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04188-5EE6-4352-901E-A8EBF8E0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d49ae881246c2"/>
          <a:stretch xmlns:a="http://schemas.openxmlformats.org/drawingml/2006/main"/>
        </p:blipFill>
        <p:spPr>
          <a:xfrm xmlns:a="http://schemas.openxmlformats.org/drawingml/2006/main">
            <a:off x="1619098" y="1428750"/>
            <a:ext cx="3429303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9B69B-0E23-44F3-B5EE-7B6DF12A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552450" cy="552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9316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C5643-5327-4E98-91F4-ADFC2EA2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0459C-B18C-4A56-8435-C2195BE2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the playground branch and run Foot Mimic Arm G1.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6C509-F72C-4C14-9CFB-FFB418C1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552450" cy="552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9316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F3FE1-7B68-43B1-A877-38433C66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03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Tune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3E377-5224-4459-988B-483E9F9C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Focus on the foot-tracking reward.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CC5FB-67FD-44A5-8F39-11DF0C94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24275"/>
            <a:ext cx="552450" cy="552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9316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B9FB9-82C3-443E-84BE-6DD5A9C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627E2-63C9-4DB3-9D1B-0D6C90C1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00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Test whether footstep accuracy exceeds the supplied checkpoint.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16293-FB43-4BD0-A0CE-61E4BB5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552450" cy="5524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93162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989FB-B4CA-4D54-A3BB-34C83D82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82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Use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F4D09-3FA3-4622-B6EF-AADCB4AE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339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 the README and use AI for parameter tuning.</a:t>
            </a:r>
          </a:p>
        </p:txBody>
      </p:sp>
    </p:spTree>
    <p:extLst>
      <p:ext uri="{BB962C8B-B14F-4D97-AF65-F5344CB8AC3E}">
        <p14:creationId xmlns:p14="http://schemas.microsoft.com/office/powerpoint/2010/main" val="101155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B8BC9-19FF-405B-83E2-3658AF2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TASK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F2590-4704-49A8-8531-3E3B1BDE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What the controller is commanded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78B7F-249F-4FBA-AF6D-C52F8D9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103601e51461c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A6FC2-8CBD-4B26-9DBC-4068C77B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17cf37e2e413d"/>
          <a:stretch xmlns:a="http://schemas.openxmlformats.org/drawingml/2006/main"/>
        </p:blipFill>
        <p:spPr>
          <a:xfrm xmlns:a="http://schemas.openxmlformats.org/drawingml/2006/main">
            <a:off x="3449083" y="1476375"/>
            <a:ext cx="5293834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FBE4-17F7-42A3-840D-85D60236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78105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E0CE9-A1A3-49EE-B8AB-6FD4C817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95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Left hand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6C2FE-BA98-4703-88E7-1712D7C6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529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3D position + 3D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C2AE6-AFE2-4B80-9EB0-D5BF3626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78105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65BB7-857F-4229-B677-0BF3A651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Right hand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19334-28BA-4BB4-8D35-D1DA4A3E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3D position + 3D orientation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39D97-EDF3-4EDF-AF93-0A3F6E35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78105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D958E-E640-4587-9856-56324316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95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Next footstep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DC287-3E3A-4739-BC52-ED3CDDC6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529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Position and walking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35053-3E54-4C76-9699-1C9427A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39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Objective: reach both hand poses while placing the foot accurately and preserving balance.</a:t>
            </a:r>
          </a:p>
        </p:txBody>
      </p:sp>
    </p:spTree>
    <p:extLst>
      <p:ext uri="{BB962C8B-B14F-4D97-AF65-F5344CB8AC3E}">
        <p14:creationId xmlns:p14="http://schemas.microsoft.com/office/powerpoint/2010/main" val="2117966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E0511-798F-4A3B-8395-B4227660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06471-350E-41AD-9170-CA692BF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Mission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A936F-6D9A-4E57-9DDB-76F2A54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f2cf7c8624294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D5E23-82E7-4698-9C07-9F5AA06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FBEE3-94BE-4C66-8579-F10EAD14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Playground branch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ECE7A-EE2D-4BBB-8434-91FAAD3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81125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Commit 21aed05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6CC39-BB5B-4246-BA02-BAD7A52E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8112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B89B4-4192-4E75-9AFA-D0F377E9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8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README and source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8E6F9-5664-46BF-85E2-500A894C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62175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Task, data, reward, metric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F276A-F114-40A7-A425-3B7A981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6217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3CE80-C06B-4E28-85D4-441E591D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Train 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25AE3-0E2D-46A5-8E8D-2EF76BD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43225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 smoke tests + saved model_499.pt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4F90C-8324-49C6-95CD-097B7101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4322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9257C-282C-4F48-BE37-A4BF338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Tune foot reward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AA740-E990-45F2-97F3-A4D4AE9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24275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Added σ 0.05 m precise 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7D1B1-C8B4-43E1-8938-DA3A66F4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2427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8F816-4C67-447E-B11F-2F69B68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Command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67A31-60CC-4D82-BA7F-9BF65F1A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05325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Both hands + next footstep verified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42CBD-6EE1-431F-A670-66660A4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0532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0EEAE-D1F7-4961-B8E2-2CEA2B17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271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52980-0F34-44DC-920A-E69AC7B1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86375"/>
            <a:ext cx="5095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Needs sample-matched A/B + playback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6014F-6204-455C-878B-3030BADD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8637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PENDING PROOF</a:t>
            </a:r>
          </a:p>
        </p:txBody>
      </p:sp>
    </p:spTree>
    <p:extLst>
      <p:ext uri="{BB962C8B-B14F-4D97-AF65-F5344CB8AC3E}">
        <p14:creationId xmlns:p14="http://schemas.microsoft.com/office/powerpoint/2010/main" val="911974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3DF14-FA61-43F7-A7B0-4077C41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DATA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5106A-DF15-4EC1-AD58-D2424AEF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The experiment produced traceable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1212D-1F05-4526-B5A4-F3BA69B6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46eb238b6440f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E4984-9B39-4C72-B3B2-02A540C2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98AA5-68FC-42BC-B593-E741D90F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9,070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9B786-E96F-4236-AE39-72FCF15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accepted clips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17519-8E94-4C02-90BD-D0D23DB1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428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99.98%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34584-85B1-4F7F-916A-A12C7C7A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95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acceptance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2D4B2-B107-46F8-BA6F-93C0457E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28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1,296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EA5CF-0565-4F16-9C76-6D25919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command cells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9A5A5-1ABD-43D4-8241-DB47643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2.999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70C6C-A4ED-4A8B-AD8C-D392305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max foot IK residual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21f12ad7345a9"/>
          <a:stretch xmlns:a="http://schemas.openxmlformats.org/drawingml/2006/main"/>
        </p:blipFill>
        <p:spPr>
          <a:xfrm xmlns:a="http://schemas.openxmlformats.org/drawingml/2006/main">
            <a:off x="809625" y="3409611"/>
            <a:ext cx="6191250" cy="232477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A3486-6C38-421C-889F-AEC6B20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Physical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8D117-1CFA-4A58-85CF-0D1E048E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Landing error max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0.000000021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 residual max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0.515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ZMP error max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1.000 cm</a:t>
            </a:r>
          </a:p>
        </p:txBody>
      </p:sp>
    </p:spTree>
    <p:extLst>
      <p:ext uri="{BB962C8B-B14F-4D97-AF65-F5344CB8AC3E}">
        <p14:creationId xmlns:p14="http://schemas.microsoft.com/office/powerpoint/2010/main" val="1691562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228AB-CCB9-43DD-A89B-F337D255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DATA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37D3F-20F3-41F6-A1C3-C61A37C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How the walking dataset was 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1DC20-D87B-40F3-9E59-8B5AD15A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edea0b2a641ea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28F84-40BB-4397-99F1-7527F67F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DDB53-B16A-444C-A3D7-D9D6E1EE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76375"/>
            <a:ext cx="742950" cy="742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FEB83-CFE2-4C9F-9FA2-2A5A38CC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F3546-E440-4AD5-BDCD-75708B64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Sample commanded foot placements across the grid.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C00AA-E9B2-4B0A-A408-3A4863CE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76375"/>
            <a:ext cx="742950" cy="742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0CEA4-B118-4CCA-90DC-3AB40BF3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Solve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61728-1F1D-48F4-9F19-BC528F46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06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Construct trajectories and solve foot and COM inverse kinematics.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DD4F5-652B-4676-9E6E-33F07976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76375"/>
            <a:ext cx="742950" cy="742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378D4-15C9-4607-97A9-B299C6F1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8C5C0-7F47-464F-964D-35E385D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Reject clips that violate IK, landing, ZMP, or spacing limits.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79EE3-C678-4314-BE59-5A1C2FB2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76375"/>
            <a:ext cx="742950" cy="742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7717D-02E4-442C-A7DE-B633E5AA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E0ECE-BFB7-47AA-97D1-862B41A6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Measure coverage, swing balance, and error distributions.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435CE-71CA-46C1-9104-4892029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Validation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F12D6-38E2-4489-8C78-12BED2FA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01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3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9,070 usable clips • 1,296 cells • left/right difference of only 2 clips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CD9DB-9DBA-424A-9647-31F4920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79890-9D16-4BAA-A006-36E28A7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67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Training evidence is only meaningful when its reference commands are complete and physically valid.</a:t>
            </a:r>
          </a:p>
        </p:txBody>
      </p:sp>
    </p:spTree>
    <p:extLst>
      <p:ext uri="{BB962C8B-B14F-4D97-AF65-F5344CB8AC3E}">
        <p14:creationId xmlns:p14="http://schemas.microsoft.com/office/powerpoint/2010/main" val="1479699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0FFE4-C0C9-424B-86DB-DE6CF911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TENSORBOARD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BFB9E-467D-43CE-8B38-FFD49FCC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The 500-iteration diagnostic run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AC29F-2FFF-4AA8-8D17-619955CD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421cd9e5f4ab2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D989D-1EA1-4CE3-9467-557190F8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aab4c641d44a9"/>
          <a:stretch xmlns:a="http://schemas.openxmlformats.org/drawingml/2006/main"/>
        </p:blipFill>
        <p:spPr>
          <a:xfrm xmlns:a="http://schemas.openxmlformats.org/drawingml/2006/main">
            <a:off x="714375" y="1911635"/>
            <a:ext cx="7524750" cy="3415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65D86-3F01-4AB1-9B2C-9CE3133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7162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499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D8BB7-7B97-4954-A99C-CB2100A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latest iteration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781E1-850F-48A5-84EE-C0C9527A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80.7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A11D8-D01A-46EF-AED0-2E301A5D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mean reward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43842-33C4-4EC1-8451-9270F25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433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410.1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D69A5-DFF5-489C-8958-4A3E510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mean episode length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4B803-6188-4CEB-8BA7-7C3F25B7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72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DIAGNOSTIC 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6AF7F-E766-441F-8887-9D71C364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05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5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Saved model_499.pt. Accuracy proof still needs sample matching.</a:t>
            </a:r>
          </a:p>
        </p:txBody>
      </p:sp>
    </p:spTree>
    <p:extLst>
      <p:ext uri="{BB962C8B-B14F-4D97-AF65-F5344CB8AC3E}">
        <p14:creationId xmlns:p14="http://schemas.microsoft.com/office/powerpoint/2010/main" val="17021498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07A6E-C4BA-4B01-813E-E1B75F88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39D2B-2ADC-4D30-B6DA-0DF97164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Exact training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ACB3B-7A2D-43FF-AEA9-112941FD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5d448351b45e9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35AF8-4A3D-40A1-B628-DAD08D6D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CA24F-8A4E-46D1-9B68-85C2DA19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2714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C107E-E1C7-4411-AB46-DD241A9E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81125"/>
            <a:ext cx="7477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Mjlab Decoupled Joint Foot Mimic Arm 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96E61-FF2B-4A66-AADE-F1694354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62175"/>
            <a:ext cx="2714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B533B-F735-47A7-AE71-491335E6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62175"/>
            <a:ext cx="7477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1,024 parallel simulations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1F495-D5A2-480B-90BA-B76ADC3D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43225"/>
            <a:ext cx="2714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Iterations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16AAF-0288-4DDD-8A07-5611EEF9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43225"/>
            <a:ext cx="7477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B00CC-325B-407C-93AF-573E790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2714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Logger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FFEDE-F3FA-422D-A6FC-A8D06115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24275"/>
            <a:ext cx="7477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TensorBoard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18424-5245-4FBC-B8BB-E559921B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05325"/>
            <a:ext cx="2714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83425-69DF-4345-AE79-4EFDDEB3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05325"/>
            <a:ext cx="7477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3EBF9-5BDC-402F-9663-FC5C42C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2714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Run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45226-AF94-4876-AF3D-44CCDEE4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86375"/>
            <a:ext cx="7477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foot_precise_s005_500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62E91-8FBB-4ACA-A923-19E877F5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960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Why 1,024?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D39B2-D551-45C6-953A-C3F65A9D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007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6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The requested 8,192 setting assumes more VRAM; this laptop has 8 GB.</a:t>
            </a:r>
          </a:p>
        </p:txBody>
      </p:sp>
    </p:spTree>
    <p:extLst>
      <p:ext uri="{BB962C8B-B14F-4D97-AF65-F5344CB8AC3E}">
        <p14:creationId xmlns:p14="http://schemas.microsoft.com/office/powerpoint/2010/main" val="15937072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5CD2E-7C6B-40B8-8575-6AEBE1D2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FAIR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39BB9-2CEA-4D0E-AA0C-3BB48F4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The sample budgets are not equivalent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25F74-369F-4410-AB0C-10C89049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d9d9f83b9415b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D2638-013E-4EEC-9050-0EAE3533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5A563-ADDF-4B55-A264-8B4214A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12.29M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DF2A6-64FF-401C-8D13-B1F73A8E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environment steps</a:t>
            </a:r>
          </a:p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500 × 1,024 ×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85765-4676-461F-906A-BBCE421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98.30M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14F6A-1176-4E61-8D78-B6B5471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environment steps</a:t>
            </a:r>
          </a:p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500 × 8,192 ×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A1F38-DF5F-4029-BFCD-9908380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722D6-4DF1-429D-9812-44D545B8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reference sample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AFF57-F79C-4017-A8E6-B4DBB2C4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Observed laptop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27F0D-4BD3-47D3-9DCA-07470271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08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25.9 cm final</a:t>
            </a:r>
          </a:p>
          <a:p xmlns:a="http://schemas.openxmlformats.org/drawingml/2006/main">
            <a:pPr algn="ctr">
              <a:defRPr sz="23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24.3 cm final-20 mean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8AB5B-D221-4EAA-BADE-B8EC341A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README 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52BA8-D889-4706-87C0-7987A23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6.4 cm at iteration 500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6320C-6F7A-4E2C-B6DB-089C7444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Correct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FFC6C-9FA8-4D7B-8338-64F0B6F8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11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The diagnostic run executed, but the first result does not prove higher accuracy. Run matched A/B tests or about 4,000 iterations at 1,024 environments.</a:t>
            </a:r>
          </a:p>
        </p:txBody>
      </p:sp>
    </p:spTree>
    <p:extLst>
      <p:ext uri="{BB962C8B-B14F-4D97-AF65-F5344CB8AC3E}">
        <p14:creationId xmlns:p14="http://schemas.microsoft.com/office/powerpoint/2010/main" val="868685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32672-7055-4703-A211-C3EFBC93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5A595-B93B-4FF3-82AE-C049FC29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What the reported metrics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BAEDB-226F-4776-919B-FA89B579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c34786bcb4373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D8639-965E-421D-A460-FBD9F63E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454D3-855A-446B-B498-5D7C9038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Foot-position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AA375-4B18-4BF2-AF0D-5510E10C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81125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Distance between commanded and achieved foot locations. Lower is better.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C664A-D7CF-4573-AE0C-5D093DB2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Mean episode length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11E77-1C5F-434C-9B3B-2AB93538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33625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Duration before termination. Growth usually indicates improving stability.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455EF-192F-4518-B6E2-9864DAC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Fell-over termination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E6450-D1EF-4E42-A097-87FE9A0F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86125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Safety guardrail showing episodes ended by falling. Lower is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6EEE7-DC5A-4037-9E4C-13147456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Mean reward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F7D76-CE4D-48BD-B03F-19AA79B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38625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Optimization signal across reward terms. It cannot replace physical accuracy.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A9535-23AD-4D36-84BF-8452A0A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Hand 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A1F6F-8E1F-4E9F-B01C-3BCE5713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91125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Position and orientation accuracy for both commanded end effectors.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B13A2-FC99-41BC-9664-BBD83BE1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Interpretation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73D47-1F5C-4417-9329-4CD8992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9531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1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No single metric is sufficient; accuracy, stability, safety, and playback must agree.</a:t>
            </a:r>
          </a:p>
        </p:txBody>
      </p:sp>
    </p:spTree>
    <p:extLst>
      <p:ext uri="{BB962C8B-B14F-4D97-AF65-F5344CB8AC3E}">
        <p14:creationId xmlns:p14="http://schemas.microsoft.com/office/powerpoint/2010/main" val="1390678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758AC-DF31-407D-852C-6BD9D142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EXPERIMENT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D2E56-FEC9-4D1D-BA63-2A8191E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One controlled reward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EFD94-9309-4763-886B-19916EA9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90e7a4a6b4e70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53781-8DB1-4B04-87E9-1D00294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C8020-41B2-4236-93D5-400AC9F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15CD5-21AC-469B-A235-81C1BDA1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Broad foot-position kernel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3096C-C3C7-4165-99C5-BA662238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σ = 0.20 m   •   weight = 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F8C6C-89A1-4BF2-9388-D5D35A9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716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TUNED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7A8B7-6F88-4F9F-B85B-6537ADDB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431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Broad kernel retained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D62AA-21F3-4651-9618-3A6AAC4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813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 precise kernel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σ = 0.05 m   •   weight = 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8C3C4-9C77-457A-BD53-A3CB4D9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904875" cy="904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2002D-D2A9-4C53-9E09-59CE5679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C043D-A8C8-4516-AD7D-C86202D7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broad signal supports early learning; the narrow signal rewards centimetre-level accuracy.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36425-84E2-4C48-9CAF-A2215A7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Decision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2357F-8FBE-4B23-864E-22FFEFE0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958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Keep the change only if foot error falls without more falls, shorter episodes, or worse hand tracking.</a:t>
            </a:r>
          </a:p>
        </p:txBody>
      </p:sp>
    </p:spTree>
    <p:extLst>
      <p:ext uri="{BB962C8B-B14F-4D97-AF65-F5344CB8AC3E}">
        <p14:creationId xmlns:p14="http://schemas.microsoft.com/office/powerpoint/2010/main" val="17492765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79F63-9E8B-473F-BC71-B738FB6C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COMPARISON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4DD1A-B284-4937-8CA4-B3540860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The reference defines the proof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154F6-BDEF-4800-9094-8DB4E86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3acc380cb4e5c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71014-75CE-4A9C-B8DE-F47BA2D4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7524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7f1ed8d7804a9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D1DAB-EB45-4B2A-8DEB-9D60A9F0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66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500-iteration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8973B-8D3C-4D55-92D3-4BF299F4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B39051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B39051"/>
                </a:solidFill>
                <a:latin typeface="Arial"/>
                <a:ea typeface="Arial"/>
                <a:cs typeface="Arial"/>
              </a:rPr>
              <a:t>6.4 cm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CA4B3-F505-4C41-8170-283D02CB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384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reference foot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BA7CE-E5F0-4FDA-96DB-4CAB205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62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35,500 iteration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79C0C-BC5E-4DBC-8E4D-8662D0C3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386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3.0 cm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2D165-E2AC-4DF0-BDD4-2B0EF7AB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57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36E"/>
                </a:solidFill>
                <a:latin typeface="Arial"/>
                <a:ea typeface="Arial"/>
                <a:cs typeface="Arial"/>
              </a:rPr>
              <a:t>mature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5AFED-20F3-4FE5-A669-429889D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3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Laptop result: 25.9 cm final, but with 8× fewer samples per iteration.</a:t>
            </a:r>
          </a:p>
        </p:txBody>
      </p:sp>
    </p:spTree>
    <p:extLst>
      <p:ext uri="{BB962C8B-B14F-4D97-AF65-F5344CB8AC3E}">
        <p14:creationId xmlns:p14="http://schemas.microsoft.com/office/powerpoint/2010/main" val="1253545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B696E-C307-4BCD-9D71-7FD94E24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ENGINEERING OBSTACLES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FA655-55A5-4060-A341-612A457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Problems, solutions, and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526B6-1B85-4E09-96A2-8F2D4D04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a3365e6444472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7D08-BE44-43CF-B32E-5D9097D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4202-CC59-4210-9916-DF132219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619125" cy="619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4E94B-4367-4C58-8DBF-A2E30B43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Windows CUDA wheel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3974E-4FD8-41D5-AF07-71A967D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286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Move locked environment to WSL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53068-C3B8-4892-9A15-B646A878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476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JAX sees RTX 5070 CUDA 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0D42B-5BF3-4A5A-B8EC-EB6D1A5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19125" cy="619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ECADB-AD74-4D74-9840-4A153FBF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Missing compiler / libgomp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B5AE3-B29D-4F14-9D35-44B0FA16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286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Install user-space build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99503-7CC9-436C-AF62-C1F4D5DA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3476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221 packages synchronized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92EC2-9CA9-4373-AA04-B74E0DD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619125" cy="619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73665-1308-4DCB-8156-E352E98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3862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Missing foot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15581-740E-4F44-B905-08971CA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3286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Generate and validate all candidates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1DB0E-2C38-4FEA-9C41-74B8E7DD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38625"/>
            <a:ext cx="3476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9,070 of 9,072 accepted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B0E90-EA98-43F7-9F7A-40EA509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93822-495F-493F-9502-40B3E2E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72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16E8A-1CE4-431E-88AF-40EAA6FC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721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</p:spTree>
    <p:extLst>
      <p:ext uri="{BB962C8B-B14F-4D97-AF65-F5344CB8AC3E}">
        <p14:creationId xmlns:p14="http://schemas.microsoft.com/office/powerpoint/2010/main" val="163997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19355-EFD2-4580-AEC4-D8FD069C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EXPERIMENTAL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787BB-8B43-43F2-838E-C130A9FD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Problems, solutions, and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862DB-708C-46C1-8B97-1AD8B941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26bb7c29b4d36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23778-7A08-4733-923F-2D1C72B7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4B983-DACD-4900-A865-B0E08C8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619125" cy="619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09095-3C6F-41C9-8C08-92E8090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8 GB GPU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0F291-ABF4-44CD-926C-493E7F5F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286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1,024 instead of 8,192 environments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75279-A25A-40F4-922C-C958FE63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476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500 iterations complete; model_499.pt saved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768D1-7FC0-4EA1-A32F-32FF92F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19125" cy="619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5223E-B4F2-4F2E-8D8F-BF3695BA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Unequal sample budgets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B9A55-6E01-4F63-8068-E7FE9AD6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286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Compute environment steps, not iteration count alone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DF1CB-05D9-4C52-B743-4A1A29DF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3476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Matched A/B or about 4,000 iterations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8E24C-CBDF-4EDD-A60A-1B2A539F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619125" cy="6191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26FC1-9161-4978-8497-CCED953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3862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AI can overclaim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98E67-BFEA-4238-B98E-8E2D1366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3286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source as authority; label 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F934F-3D66-4CBE-BA55-10B4B3F8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38625"/>
            <a:ext cx="3476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Mission audit keeps accuracy proof pending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E6685-0629-43F9-A276-28FF1B45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72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A solved problem is not complete until the fix is verified.</a:t>
            </a:r>
          </a:p>
        </p:txBody>
      </p:sp>
    </p:spTree>
    <p:extLst>
      <p:ext uri="{BB962C8B-B14F-4D97-AF65-F5344CB8AC3E}">
        <p14:creationId xmlns:p14="http://schemas.microsoft.com/office/powerpoint/2010/main" val="7977261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777BA-96EF-431F-9E37-0070434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E53A8-1047-4D72-95F6-74A78C7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Recent weeks — a shift toward controlled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D6137-CBB1-495C-8FCD-1DD0528B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1f00e8fb04740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E0016-645F-43A7-BD32-94A2D646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5DDA1-75AC-4C3E-8124-84B3A932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24000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4203B-856A-42F8-A3C1-61C7C3EB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Early August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8A1D5-D4D5-4449-A64E-9814A9D1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Rough-terrain G1 workflow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and checkpoint continuation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B4204-1842-48D1-95E9-C989A866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24000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462BF-E2B3-4A15-B748-C77A800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August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2A34B-485B-48EC-AC4F-4A372D8A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 m edge-return behavior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and model_3000.pt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85120-7626-468F-BCD7-F73469A2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524000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B0B03-6E00-4FD4-A7F9-99E0A408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Late August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E92AB-07F4-4406-80E8-5AFA2B48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13-file team package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and GT LIDAR reconnection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22681-A950-4C4C-AA58-0F7AE2D2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24000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0D0CE-FCFE-401C-9040-8552D6BF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12–13 September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0E8BF-5D1F-4C6F-802E-D791BB1C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Tactile controller, datasets,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playback, and reward tuning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DC07F-1A9A-439C-A1F4-152A3BA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Main development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80EEA-F840-4B42-BE23-A5F458FA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781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I moved from making a controller work toward designing experiments that can explain why performance changes.</a:t>
            </a:r>
          </a:p>
        </p:txBody>
      </p:sp>
    </p:spTree>
    <p:extLst>
      <p:ext uri="{BB962C8B-B14F-4D97-AF65-F5344CB8AC3E}">
        <p14:creationId xmlns:p14="http://schemas.microsoft.com/office/powerpoint/2010/main" val="2772746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4F824-D459-4082-8863-FA06BBEC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84B95-68BE-4710-B9B4-C48B12EB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How I discuss research with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0A3D4-96E9-43DD-915C-803625F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48e009b0c4baf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D3B6C-5F48-46F2-A0DE-F6714A58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431D0-49B7-4FA9-819B-C3F99F88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76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7A789-295B-4195-BCCE-79E191E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0AC20-0FF6-4341-A68C-F4E25C49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README • source • task •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73B47-C13D-4D2D-AE55-0244C260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DDCBF-A8B8-4751-A1B6-1184A71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Hypothesize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D3C64-E8BD-4EC2-8D61-463CD636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One parameter • expected tradeoff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AE510-4E98-47D5-B20D-91BD318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76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9CC3A-4D55-4C30-8007-F7B677BD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Smoke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9E600-DEF1-41F6-9265-C5DEDAD5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57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Cheap failure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3FCE8-9AC9-4FB3-B511-624712BC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76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51E39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5F29A-3F62-4EF5-BCF5-7CF60B83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0A6F4-9589-4491-B41F-E58C0C60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errors • safety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E785A-4DAE-46BC-AE8A-EE89AAC1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476375"/>
            <a:ext cx="685800" cy="685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28575">
            <a:solidFill>
              <a:srgbClr val="B3905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FB28E-228E-4986-9E17-D9E10051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B3850-D0DF-49D2-A2B1-F6681455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575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Playback • caveats •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D2F0D-83CC-4DFE-ADF8-E4A9F2D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AI 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572E1-D19C-4123-977D-7985D8E6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66725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Read, troubleshoot, propose, execute, organize.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891E0-A78E-4072-B93F-81B508C2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8A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48A81"/>
                </a:solidFill>
                <a:latin typeface="Arial"/>
                <a:ea typeface="Arial"/>
                <a:cs typeface="Arial"/>
              </a:rPr>
              <a:t>My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5E033-E542-491E-8FBF-972DCD4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816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Verify sources, control the experiment, inspect behavior, and own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892326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770DF-5FC0-4506-A5E8-8BECC3EC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DECISION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C2048-DB8B-48F3-A9DB-E5F5CD7F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FA739-699F-44AC-B460-B6E4189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ccbf91ad74d67"/>
          <a:stretch xmlns:a="http://schemas.openxmlformats.org/drawingml/2006/main"/>
        </p:blipFill>
        <p:spPr>
          <a:xfrm xmlns:a="http://schemas.openxmlformats.org/drawingml/2006/main">
            <a:off x="11172825" y="211051"/>
            <a:ext cx="523875" cy="5208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F1A1A-B22B-490E-82C5-FFBF2FE0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SHIH-KAI LAN  •  GEORGIA TECH  •  UNITREE G1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33BFE-683B-492D-ABB2-9ECEAD1C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80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51E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ACBE1-CDF2-448B-85A1-F1C37EBF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Run matched A/B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CAE79-B334-43B8-806A-73616635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666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baseline and tuned rewards with identical 1,024-environment budgets.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34C03-2750-402F-B0B9-ABEBF4B2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80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51E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784C7-B15E-451B-9387-FE5AE16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Match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9A59A-A554-4B3A-B85D-FE710AD5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666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Extend toward 4,000 iterations or use a larger GPU for 8,192 environments.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D4DEE-DBB7-4102-B1D1-55C63ACC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80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51E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D09EF-82C1-4E15-BDBF-23B7237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Playback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78A52-1D03-4AEB-98C5-23E59A6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666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Check center, edge, forward, backward, lateral, and rotated steps.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5D441-FB32-4528-83FD-35CB51AF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80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3905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ACF7D-4A51-426C-9B26-16F1648E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1E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1E39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85628-0E6E-4CF0-A1CB-6C143791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666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 the reward only if accuracy improves without guardrail regression.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AA35B-F8E7-47F5-B5A9-DEEA6B06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3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F7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F713D"/>
                </a:solidFill>
                <a:latin typeface="Arial"/>
                <a:ea typeface="Arial"/>
                <a:cs typeface="Arial"/>
              </a:rPr>
              <a:t>Current assessment: mission aligned, model_499.pt saved, higher-accuracy claim not yet proven.</a:t>
            </a:r>
          </a:p>
        </p:txBody>
      </p:sp>
    </p:spTree>
    <p:extLst>
      <p:ext uri="{BB962C8B-B14F-4D97-AF65-F5344CB8AC3E}">
        <p14:creationId xmlns:p14="http://schemas.microsoft.com/office/powerpoint/2010/main" val="1862466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2026-09-13T15:17:29.0440000Z</dcterms:created>
  <dcterms:modified xsi:type="dcterms:W3CDTF">2026-09-13T15:17:29.0440000Z</dcterms:modified>
</coreProperties>
</file>